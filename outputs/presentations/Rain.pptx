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4200" b="1">
                <a:solidFill>
                  <a:srgbClr val="1A1A1A"/>
                </a:solidFill>
                <a:latin typeface="Aptos Display"/>
              </a:defRPr>
            </a:pPr>
            <a:r>
              <a:t>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0">
                <a:solidFill>
                  <a:srgbClr val="5F6368"/>
                </a:solidFill>
                <a:latin typeface="Calibri"/>
              </a:defRPr>
            </a:pPr>
            <a:r>
              <a:t>A Bright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What is Rain?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Rain is a natural or conceptual system with measurable patterns.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It can be explained through causes, behavior, and outcomes.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Understanding the fundamentals builds confidence for deeper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How Rain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149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Rain follows a sequence of inputs, transitions, and outputs.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External factors shape the speed and quality of each stage.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Monitoring change over time helps reveal reliable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Why Rain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10424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424160" cy="18288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Aptos"/>
              </a:defRPr>
            </a:pPr>
            <a:r>
              <a:t>Rain is not just a concept. It is a practical lens for understanding change, predicting outcomes, and making better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Rain affects society, environment, and future planning.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Better awareness supports smarter personal and policy decisions.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Its impact grows when connected with technology and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Traditional vs Modern View of 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377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7A00"/>
                </a:solidFill>
                <a:latin typeface="Aptos Display"/>
              </a:defRPr>
            </a:pPr>
            <a:r>
              <a:t>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4937759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Observation-led and manually interpreted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Limited scale for tracking complex variables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Reactive decisions with delayed insight on 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9377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06D6A0"/>
                </a:solidFill>
                <a:latin typeface="Aptos Display"/>
              </a:defRPr>
            </a:pPr>
            <a:r>
              <a:t>Modern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37759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Data-rich and model-driven interpretation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Visual tools for rapid communication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Action-focused decisions tied to 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Rain is best understood through both facts and context.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Clear models and examples make complex ideas accessible.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The next step is applying this understanding to real-world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