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05840"/>
            <a:ext cx="64008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5669280" cy="12801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Trebuchet MS"/>
              </a:defRPr>
            </a:pPr>
            <a:r>
              <a:t>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530352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Calibri"/>
              </a:defRPr>
            </a:pPr>
            <a:r>
              <a:t>Educational overview for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164E63"/>
                </a:solidFill>
                <a:latin typeface="Calibri"/>
              </a:defRPr>
            </a:pPr>
            <a:r>
              <a:t>09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Jarvis AI Presentation Engine</a:t>
            </a:r>
          </a:p>
        </p:txBody>
      </p:sp>
      <p:pic>
        <p:nvPicPr>
          <p:cNvPr id="13" name="Picture 12" descr="slide_1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60120"/>
            <a:ext cx="347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53035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A clear roadmap keeps the story focused and easy to follow.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50292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47672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Why Artificial Intelligence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79191"/>
            <a:ext cx="50292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1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60903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Introducing Artificial 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92424"/>
            <a:ext cx="50292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92424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74136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Core Principles of Artificial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05656"/>
            <a:ext cx="50292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05656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87368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Artificial Intelligence in Focus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18888"/>
            <a:ext cx="50292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18888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600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Artificial Intelligence by the 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508760"/>
            <a:ext cx="35661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828800"/>
            <a:ext cx="25603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400" b="1">
                <a:solidFill>
                  <a:srgbClr val="0F766E"/>
                </a:solidFill>
                <a:latin typeface="Trebuchet MS"/>
              </a:defRPr>
            </a:pPr>
            <a:r>
              <a:t>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514600"/>
            <a:ext cx="2651760" cy="1463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A presentation that moves from orientation to insight and finishes with a confident takeaway.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Why Artificial Intelligence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becomes easier through familiar examples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Start with concepts before advanced detail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Patterns help learners remember core ideas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Questions deepen understanding and curiosity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Simple comparisons reveal how systems behave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Why Artificial Intelligence Matters introduces Artificial Intelligence in approachable language so learners can connect ideas, remember the essentials, and build toward deeper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Trebuchet MS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Why Artificial Intelligence Matters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Introducing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becomes easier through familiar examples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Start with concepts before advanced detail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Patterns help learners remember core ideas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Questions deepen understanding and curiosity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Simple comparisons reveal how systems behave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Introducing Artificial Intelligence introduces Artificial Intelligence in approachable language so learners can connect ideas, remember the essentials, and build toward deeper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Trebuchet MS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Introducing Artificial Intelligence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Core Principles of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becomes easier through familiar examples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Start with concepts before advanced detail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Patterns help learners remember core ideas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Questions deepen understanding and curiosity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Simple comparisons reveal how systems behave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Core Principles of Artificial Intelligence introduces Artificial Intelligence in approachable language so learners can connect ideas, remember the essentials, and build toward deeper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Trebuchet MS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Core Principles of Artificial Intelligence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Artificial Intelligence in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pic>
        <p:nvPicPr>
          <p:cNvPr id="10" name="Picture 9" descr="slide_6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662940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74519"/>
            <a:ext cx="283464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A visual narrative showing how artificial intelligence shapes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2880360" cy="1371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Modern editorial illustration around artificial intelligence with layered depth.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4572000"/>
            <a:ext cx="109728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4572000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Artificial Intelligence 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pic>
        <p:nvPicPr>
          <p:cNvPr id="10" name="Picture 9" descr="chart_ba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760720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0" y="1600200"/>
            <a:ext cx="38404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19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  <a:latin typeface="Trebuchet MS"/>
              </a:defRPr>
            </a:pPr>
            <a:r>
              <a:t>Key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Awareness: 58%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Adoption: 64%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Efficiency: 71%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Confidence: 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343400"/>
            <a:ext cx="27432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Momentum around artificial intelligence is strongest where clarity, adoption, and trust align.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Comparing Approaches in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2024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100" b="1">
                <a:solidFill>
                  <a:srgbClr val="164E63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32888"/>
            <a:ext cx="4206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handled inconsistently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Manual effort slows decision cycles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Limited visibility across stakeholders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Reactive improvements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2024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100" b="1">
                <a:solidFill>
                  <a:srgbClr val="F59E0B"/>
                </a:solidFill>
                <a:latin typeface="Calibri"/>
              </a:defRPr>
            </a:pPr>
            <a:r>
              <a:t>Preferred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32888"/>
            <a:ext cx="4206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managed strategically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Clear workflows accelerate delivery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Shared metrics improve alignment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Proactive decisions raise confidence</a:t>
            </a:r>
          </a:p>
        </p:txBody>
      </p:sp>
      <p:pic>
        <p:nvPicPr>
          <p:cNvPr id="16" name="Picture 15" descr="slide_8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The Future of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becomes easier through familiar examples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Start with concepts before advanced detail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Patterns help learners remember core ideas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Questions deepen understanding and curiosity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Simple comparisons reveal how systems behave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Future of Artificial Intelligence introduces Artificial Intelligence in approachable language so learners can connect ideas, remember the essentials, and build toward deeper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Trebuchet MS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The Future of Artificial Intelligence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Artificial Intelligence becomes easier through familiar examples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Start with concepts before advanced detail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Patterns help learners remember core ideas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Questions deepen understanding and curiosity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Simple comparisons reveal how systems behave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Key Takeaways introduces Artificial Intelligence in approachable language so learners can connect ideas, remember the essentials, and build toward deeper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Trebuchet MS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Key Takeaways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Trebuchet MS"/>
              </a:defRPr>
            </a:pPr>
            <a:r>
              <a:t>Strategic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Thank You should feel practical, digestible, and ready for discussion.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Calibri"/>
              </a:defRPr>
            </a:pPr>
            <a:r>
              <a:t>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143000"/>
            <a:ext cx="1014984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57400"/>
            <a:ext cx="621792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640080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900" b="0">
                <a:solidFill>
                  <a:srgbClr val="475569"/>
                </a:solidFill>
                <a:latin typeface="Calibri"/>
              </a:defRPr>
            </a:pPr>
            <a:r>
              <a:t>Questions on Artificial Intelligence are welcome.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4251960"/>
            <a:ext cx="132588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251960"/>
            <a:ext cx="132588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JARVIS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