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05840"/>
            <a:ext cx="64008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5669280" cy="12801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Aptos Display"/>
              </a:defRPr>
            </a:pPr>
            <a:r>
              <a:t>Ai In Modern 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530352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Aptos"/>
              </a:defRPr>
            </a:pPr>
            <a:r>
              <a:t>Professional overview for general 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201168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Aptos"/>
              </a:defRPr>
            </a:pPr>
            <a:r>
              <a:t>10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292608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Jarvis AI Presentation Engine</a:t>
            </a:r>
          </a:p>
        </p:txBody>
      </p:sp>
      <p:pic>
        <p:nvPicPr>
          <p:cNvPr id="13" name="Picture 12" descr="slide_1_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60120"/>
            <a:ext cx="3474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25880"/>
            <a:ext cx="530352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A clear roadmap keeps the story focused and easy to follow.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65960"/>
            <a:ext cx="502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47672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Why Ai In Modern Style Matters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679191"/>
            <a:ext cx="502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79191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60903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Understanding Ai In Modern Style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392424"/>
            <a:ext cx="502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92424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374136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How Ai In Modern Style 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05656"/>
            <a:ext cx="502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05656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87368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Applications of Ai In Modern Style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818888"/>
            <a:ext cx="502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18888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00600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Ai In Modern Style in Focus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508760"/>
            <a:ext cx="35661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828800"/>
            <a:ext cx="25603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  <a:latin typeface="Aptos Display"/>
              </a:defRPr>
            </a:pPr>
            <a:r>
              <a:t>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514600"/>
            <a:ext cx="2651760" cy="1463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ptos"/>
              </a:defRPr>
            </a:pPr>
            <a:r>
              <a:t>A presentation that moves from orientation to insight and finishes with a confident takeaway.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Why Ai In Modern Style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Ai In Modern Style creates clearer decisions across teams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Why Ai In Modern Style Matters connects strategy with practical execution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General Audience benefit from simple, structured framing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Strong fundamentals improve confidence and adoption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Focused examples make ai in modern style easier to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Why Ai In Modern Style Matters frames Ai In Modern Style as a practical, high-value capability. The goal is to move from awareness to action with confident, understandable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Why Ai In Modern Style Matters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Understanding Ai In Modern 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Ai In Modern Style creates clearer decisions across teams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Understanding Ai In Modern Style connects strategy with practical execution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General Audience benefit from simple, structured framing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Strong fundamentals improve confidence and adoption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Focused examples make ai in modern style easier to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Understanding Ai In Modern Style frames Ai In Modern Style as a practical, high-value capability. The goal is to move from awareness to action with confident, understandable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Understanding Ai In Modern Style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How Ai In Modern Style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Ai In Modern Style creates clearer decisions across teams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How Ai In Modern Style Works connects strategy with practical execution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General Audience benefit from simple, structured framing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Strong fundamentals improve confidence and adoption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Focused examples make ai in modern style easier to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How Ai In Modern Style Works frames Ai In Modern Style as a practical, high-value capability. The goal is to move from awareness to action with confident, understandable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How Ai In Modern Style Works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Applications of Ai In Modern 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Ai In Modern Style creates clearer decisions across teams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Applications of Ai In Modern Style connects strategy with practical execution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General Audience benefit from simple, structured framing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Strong fundamentals improve confidence and adoption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Focused examples make ai in modern style easier to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Applications of Ai In Modern Style frames Ai In Modern Style as a practical, high-value capability. The goal is to move from awareness to action with confident, understandable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Applications of Ai In Modern Style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Ai In Modern Style in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pic>
        <p:nvPicPr>
          <p:cNvPr id="10" name="Picture 9" descr="slide_7_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662940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1874519"/>
            <a:ext cx="283464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t>A visual narrative showing how ai in modern style shapes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743200"/>
            <a:ext cx="2880360" cy="1371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ptos"/>
              </a:defRPr>
            </a:pPr>
            <a:r>
              <a:t>Modern editorial illustration around ai in modern style with layered depth.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7" y="4572000"/>
            <a:ext cx="10972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7" y="4572000"/>
            <a:ext cx="109728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VISUAL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Ai In Modern Style by the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pic>
        <p:nvPicPr>
          <p:cNvPr id="10" name="Picture 9" descr="chart_bar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760720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0" y="1600200"/>
            <a:ext cx="384048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874519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Aptos Display"/>
              </a:defRPr>
            </a:pPr>
            <a:r>
              <a:t>Key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5146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Awareness: 58%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Adoption: 64%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Efficiency: 71%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Confidence: 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343400"/>
            <a:ext cx="274320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Momentum around ai in modern style is strongest where clarity, adoption, and trust align.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Comparing Approaches in Ai In Modern 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9164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920240"/>
            <a:ext cx="420624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"/>
              </a:defRPr>
            </a:pPr>
            <a:r>
              <a:t>Current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32888"/>
            <a:ext cx="42062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Ai In Modern Style handled inconsistently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Manual effort slows decision cycles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Limited visibility across stakeholders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Reactive improvements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920240"/>
            <a:ext cx="420624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100" b="1">
                <a:solidFill>
                  <a:srgbClr val="38BDF8"/>
                </a:solidFill>
                <a:latin typeface="Aptos"/>
              </a:defRPr>
            </a:pPr>
            <a:r>
              <a:t>Preferred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532888"/>
            <a:ext cx="42062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Ai In Modern Style managed strategically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Clear workflows accelerate delivery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Shared metrics improve alignment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Proactive decisions raise confidence</a:t>
            </a:r>
          </a:p>
        </p:txBody>
      </p:sp>
      <p:pic>
        <p:nvPicPr>
          <p:cNvPr id="16" name="Picture 15" descr="slide_9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The Future of Ai In Modern 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Ai In Modern Style creates clearer decisions across teams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The Future of Ai In Modern Style connects strategy with practical execution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General Audience benefit from simple, structured framing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Strong fundamentals improve confidence and adoption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Focused examples make ai in modern style easier to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The Future of Ai In Modern Style frames Ai In Modern Style as a practical, high-value capability. The goal is to move from awareness to action with confident, understandable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The Future of Ai In Modern Style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Ai In Modern Style creates clearer decisions across teams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Key Takeaways connects strategy with practical execution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General Audience benefit from simple, structured framing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Strong fundamentals improve confidence and adoption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Focused examples make ai in modern style easier to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Key Takeaways frames Ai In Modern Style as a practical, high-value capability. The goal is to move from awareness to action with confident, understandable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Key Takeaways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Thank You should feel practical, digestible, and ready for discussion.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143000"/>
            <a:ext cx="1014984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57400"/>
            <a:ext cx="621792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54680"/>
            <a:ext cx="640080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900" b="0">
                <a:solidFill>
                  <a:srgbClr val="475569"/>
                </a:solidFill>
                <a:latin typeface="Aptos"/>
              </a:defRPr>
            </a:pPr>
            <a:r>
              <a:t>Questions on Ai In Modern Style are welcome.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4251960"/>
            <a:ext cx="13258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4251960"/>
            <a:ext cx="132588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JARVIS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