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05840"/>
            <a:ext cx="64008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5669280" cy="1280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Autonomous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5303520" cy="594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Technical overview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Aptos"/>
              </a:defRPr>
            </a:pPr>
            <a:r>
              <a:t>10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Jarvis AI Presentation Engine</a:t>
            </a:r>
          </a:p>
        </p:txBody>
      </p:sp>
      <p:pic>
        <p:nvPicPr>
          <p:cNvPr id="13" name="Picture 12" descr="slide_1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60120"/>
            <a:ext cx="3474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53035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A clear roadmap keeps the story focused and easy to follow.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65960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47672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Why Autonomous Systems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79191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60903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Autonomous Systems System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92424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92424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374136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Autonomous Systems Architecture and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05656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05656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87368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Autonomous Systems in Focus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18888"/>
            <a:ext cx="502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50292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600"/>
            <a:ext cx="4480560" cy="4023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Autonomous Systems by the 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508760"/>
            <a:ext cx="35661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828800"/>
            <a:ext cx="25603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514600"/>
            <a:ext cx="2651760" cy="1463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ptos"/>
              </a:defRPr>
            </a:pPr>
            <a:r>
              <a:t>A presentation that moves from orientation to insight and finishes with a confident takeaway.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Why Autonomous Systems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depends on reliable architecture choices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interfaces reduce integration friction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Observability improves performance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Trade-offs should be explicit and measurable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Scalable patterns support long-term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Why Autonomous Systems Matters explains how Autonomous Systems behaves in real systems, where architecture, data flow, and operational reliability matter as much as the concept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Why Autonomous Systems Matters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Autonomous Systems 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depends on reliable architecture choices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interfaces reduce integration friction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Observability improves performance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Trade-offs should be explicit and measurable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Scalable patterns support long-term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Autonomous Systems System Overview explains how Autonomous Systems behaves in real systems, where architecture, data flow, and operational reliability matter as much as the concept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Autonomous Systems System Overview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Autonomous Systems Architecture and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depends on reliable architecture choices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interfaces reduce integration friction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Observability improves performance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Trade-offs should be explicit and measurable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Scalable patterns support long-term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Autonomous Systems Architecture and Flow explains how Autonomous Systems behaves in real systems, where architecture, data flow, and operational reliability matter as much as the concept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Autonomous Systems Architecture and Flow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Autonomous Systems in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slide_6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662940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74519"/>
            <a:ext cx="283464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A visual narrative showing how autonomous systems shapes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2880360" cy="1371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ptos"/>
              </a:defRPr>
            </a:pPr>
            <a:r>
              <a:t>Modern editorial illustration around autonomous systems with layered depth.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4572000"/>
            <a:ext cx="10972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4572000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Autonomous Systems 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pic>
        <p:nvPicPr>
          <p:cNvPr id="10" name="Picture 9" descr="chart_ba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76072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0" y="1600200"/>
            <a:ext cx="38404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Aptos Display"/>
              </a:defRPr>
            </a:pPr>
            <a:r>
              <a:t>Key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Awareness: 52%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Adoption: 69%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Efficiency: 76%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Confidence: 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343400"/>
            <a:ext cx="2743200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Momentum around autonomous systems is strongest where clarity, adoption, and trust align.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Comparing Approaches in Autonomous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handled inconsistently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Manual effort slows decision cycles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Limited visibility across stakeholders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Reactive improvements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20240"/>
            <a:ext cx="420624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100" b="1">
                <a:solidFill>
                  <a:srgbClr val="38BDF8"/>
                </a:solidFill>
                <a:latin typeface="Aptos"/>
              </a:defRPr>
            </a:pPr>
            <a:r>
              <a:t>Preferred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32888"/>
            <a:ext cx="4206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managed strategically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workflows accelerate delivery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Shared metrics improve alignment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Proactive decisions raise confidence</a:t>
            </a:r>
          </a:p>
        </p:txBody>
      </p:sp>
      <p:pic>
        <p:nvPicPr>
          <p:cNvPr id="16" name="Picture 15" descr="slide_8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The Future of Autonomous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depends on reliable architecture choices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interfaces reduce integration friction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Observability improves performance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Trade-offs should be explicit and measurable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Scalable patterns support long-term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The Future of Autonomous Systems explains how Autonomous Systems behaves in real systems, where architecture, data flow, and operational reliability matter as much as the concept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 Future of Autonomous Systems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Autonomous Systems depends on reliable architecture choices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Clear interfaces reduce integration friction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Observability improves performance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Trade-offs should be explicit and measurable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Scalable patterns support long-term maintainability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Key Takeaways explains how Autonomous Systems behaves in real systems, where architecture, data flow, and operational reliability matter as much as the concept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Key Takeaways should feel practical, digestible, and ready for discussion.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7498079" cy="731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07899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Designed and composed automatically by 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315200" y="1508760"/>
            <a:ext cx="3840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 Display"/>
              </a:defRPr>
            </a:pPr>
            <a:r>
              <a:t>Strategic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606040"/>
            <a:ext cx="2834640" cy="1097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Thank You should feel practical, digestible, and ready for discussion.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931920"/>
            <a:ext cx="283464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Keep the audience oriented with clean hierarchy and one clear idea per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731520"/>
            <a:ext cx="3840480" cy="3840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548640"/>
            <a:ext cx="164592" cy="5669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53035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143000"/>
            <a:ext cx="1014984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57400"/>
            <a:ext cx="621792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640080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Aptos"/>
              </a:defRPr>
            </a:pPr>
            <a:r>
              <a:t>Questions on Autonomous Systems are welcome.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4251960"/>
            <a:ext cx="13258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4251960"/>
            <a:ext cx="132588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JARVIS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